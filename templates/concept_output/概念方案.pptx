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5080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设计项目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4A484"/>
                </a:solidFill>
              </a:defRPr>
            </a:pPr>
            <a:r>
              <a:t>现代简约  ·  概念方案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</a:defRPr>
            </a:pPr>
            <a:r>
              <a:t>53 m²  ·  4室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AI 辅助概念设计方案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4A484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</a:defRPr>
            </a:pPr>
            <a:r>
              <a:t>设计定位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</a:defRPr>
            </a:pPr>
            <a:r>
              <a:t>以中性色为基调的现代简约住宅，通过木饰面与微水泥的材质碰撞，营造温润有序的居住空间。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5029200"/>
            <a:ext cx="1371600" cy="41148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5029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现代,简约,自然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02  空间概况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286000" cy="54864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客厅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6000×4500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27.0 m²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286000" cy="54864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厨房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3600×3600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13.0 m²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2286000" cy="54864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主卧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3300×3000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9.9 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2286000" cy="54864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卫生间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1800×1500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66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2.7 m²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03  色彩方案</a:t>
            </a:r>
          </a:p>
        </p:txBody>
      </p:sp>
      <p:pic>
        <p:nvPicPr>
          <p:cNvPr id="3" name="Picture 2" descr="色彩方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0584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04  材质方案</a:t>
            </a:r>
          </a:p>
        </p:txBody>
      </p:sp>
      <p:pic>
        <p:nvPicPr>
          <p:cNvPr id="3" name="Picture 2" descr="材质方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0584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05  风格意向板</a:t>
            </a:r>
          </a:p>
        </p:txBody>
      </p:sp>
      <p:pic>
        <p:nvPicPr>
          <p:cNvPr id="3" name="Picture 2" descr="风格意向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788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06  布局方案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【AI 布局建议】方案A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核心理念: 以开放式LDK为核心，优化采光与动线，打造通透舒适的家庭核心区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665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▶ 客厅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140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沙发靠西墙放置，L型布艺沙发，尺寸建议2800×1800，避免遮挡南向采光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电视墙设在东墙做整面收纳柜，深度400mm，搭配投影幕布，保持墙面简洁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南侧落地窗前保留1200mm通道，保持采光通透，可放置矮柜或休闲椅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客厅与厨房之间可设置半高隔断或吧台，增加空间互动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039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L型沙发  [2800×1800]  灰色布艺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513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茶几  [1200×600]  岩板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988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电视柜  [3000×400]  悬空木制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落地灯  [φ400]  金属+布艺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⚠ 梁结构位于客厅与厨房交界处，吊顶可做局部平顶或弧形过渡，避免压抑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412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▶ 厨房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887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  采用U型橱柜布局，充分利用三面墙体，操作台面连贯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4A484"/>
                </a:solidFill>
              </a:defRPr>
            </a:pPr>
            <a:r>
              <a:t>07  客厅 氛围图</a:t>
            </a:r>
          </a:p>
        </p:txBody>
      </p:sp>
      <p:pic>
        <p:nvPicPr>
          <p:cNvPr id="3" name="Picture 2" descr="客厅氛围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6" y="1188720"/>
            <a:ext cx="8686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3200400"/>
            <a:ext cx="3657600" cy="38100"/>
          </a:xfrm>
          <a:prstGeom prst="rect">
            <a:avLst/>
          </a:prstGeom>
          <a:solidFill>
            <a:srgbClr val="C4A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4A484"/>
                </a:solidFill>
              </a:defRPr>
            </a:pPr>
            <a:r>
              <a:t>期待与您共同实现这个理想家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