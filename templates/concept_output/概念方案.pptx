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88952" cy="50800"/>
          </a:xfrm>
          <a:prstGeom prst="rect">
            <a:avLst/>
          </a:prstGeom>
          <a:solidFill>
            <a:srgbClr val="C4A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</a:defRPr>
            </a:pPr>
            <a:r>
              <a:t>设计项目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C4A484"/>
                </a:solidFill>
              </a:defRPr>
            </a:pPr>
            <a:r>
              <a:t>现代简约  ·  概念方案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888888"/>
                </a:solidFill>
              </a:defRPr>
            </a:pPr>
            <a:r>
              <a:t>53 m²  ·  4室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AI 辅助概念设计方案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C4A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C4A484"/>
                </a:solidFill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2E"/>
                </a:solidFill>
              </a:defRPr>
            </a:pPr>
            <a:r>
              <a:t>设计定位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182880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666666"/>
                </a:solidFill>
              </a:defRPr>
            </a:pPr>
            <a:r>
              <a:t>以中性色为基调的现代简约住宅，通过木饰面与微水泥的材质碰撞，营造温润有序的居住空间。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0" y="5029200"/>
            <a:ext cx="1371600" cy="411480"/>
          </a:xfrm>
          <a:prstGeom prst="rect">
            <a:avLst/>
          </a:prstGeom>
          <a:solidFill>
            <a:srgbClr val="C4A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0" y="502920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</a:defRPr>
            </a:pPr>
            <a:r>
              <a:t>现代,简约,自然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</a:defRPr>
            </a:pPr>
            <a:r>
              <a:t>02  空间概况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2286000" cy="548640"/>
          </a:xfrm>
          <a:prstGeom prst="rect">
            <a:avLst/>
          </a:prstGeom>
          <a:solidFill>
            <a:srgbClr val="C4A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  <a:r>
              <a:t>客厅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137160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A1A2E"/>
                </a:solidFill>
              </a:defRPr>
            </a:pPr>
            <a:r>
              <a:t>6000×4500 mm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13716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</a:defRPr>
            </a:pPr>
            <a:r>
              <a:t>27.0 m²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03120"/>
            <a:ext cx="2286000" cy="548640"/>
          </a:xfrm>
          <a:prstGeom prst="rect">
            <a:avLst/>
          </a:prstGeom>
          <a:solidFill>
            <a:srgbClr val="C4A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1031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  <a:r>
              <a:t>厨房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1031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A1A2E"/>
                </a:solidFill>
              </a:defRPr>
            </a:pPr>
            <a:r>
              <a:t>3600×3600 mm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21031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</a:defRPr>
            </a:pPr>
            <a:r>
              <a:t>13.0 m²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834640"/>
            <a:ext cx="2286000" cy="548640"/>
          </a:xfrm>
          <a:prstGeom prst="rect">
            <a:avLst/>
          </a:prstGeom>
          <a:solidFill>
            <a:srgbClr val="C4A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83464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  <a:r>
              <a:t>主卧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8346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A1A2E"/>
                </a:solidFill>
              </a:defRPr>
            </a:pPr>
            <a:r>
              <a:t>3300×3000 mm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28346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</a:defRPr>
            </a:pPr>
            <a:r>
              <a:t>9.9 m²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566160"/>
            <a:ext cx="2286000" cy="548640"/>
          </a:xfrm>
          <a:prstGeom prst="rect">
            <a:avLst/>
          </a:prstGeom>
          <a:solidFill>
            <a:srgbClr val="C4A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5661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  <a:r>
              <a:t>卫生间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35661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A1A2E"/>
                </a:solidFill>
              </a:defRPr>
            </a:pPr>
            <a:r>
              <a:t>1800×1500 mm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356616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</a:defRPr>
            </a:pPr>
            <a:r>
              <a:t>2.7 m²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</a:defRPr>
            </a:pPr>
            <a:r>
              <a:t>03  色彩方案</a:t>
            </a:r>
          </a:p>
        </p:txBody>
      </p:sp>
      <p:pic>
        <p:nvPicPr>
          <p:cNvPr id="3" name="Picture 2" descr="色彩方案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10058400" cy="7543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</a:defRPr>
            </a:pPr>
            <a:r>
              <a:t>04  材质方案</a:t>
            </a:r>
          </a:p>
        </p:txBody>
      </p:sp>
      <p:pic>
        <p:nvPicPr>
          <p:cNvPr id="3" name="Picture 2" descr="材质方案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10058400" cy="7543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</a:defRPr>
            </a:pPr>
            <a:r>
              <a:t>05  风格意向板</a:t>
            </a:r>
          </a:p>
        </p:txBody>
      </p:sp>
      <p:pic>
        <p:nvPicPr>
          <p:cNvPr id="3" name="Picture 2" descr="风格意向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10515600" cy="78867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</a:defRPr>
            </a:pPr>
            <a:r>
              <a:t>06  布局方案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【AI 布局建议】方案A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1907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核心理念: 以通透流畅的动线为核心，优化各功能区布局，兼顾空间利用与视觉舒适度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665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▶ 客厅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1401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  沙发靠西墙放置，L型布艺沙发，尺寸建议2800×1800，避开西墙可能的立柱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6148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  电视墙设在东墙，做整面收纳柜，深度400mm，搭配投影幕布，利用东墙完整面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  南侧落地窗前保留1200mm通道，确保采光通透和窗帘安装空间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45643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  如有梁在客厅中部，可做局部吊顶隐藏，或利用梁下空间设置装饰柜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0390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  L型沙发  [2800×1800]  灰色布艺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5137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  茶几  [1200×600]  岩板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4988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  电视柜  [3000×400]  悬空木制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463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  落地灯  [直径400]  金属+布艺灯罩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19379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  ⚠ 注意西墙和东墙是否有结构柱，如有需在沙发和电视柜布置时留出柱体包覆空间；南窗建议使用电动窗帘，方便操作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54126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▶ 厨房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88873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</a:defRPr>
            </a:pPr>
            <a:r>
              <a:t>  采用U型橱柜布局，沿东、北、西三面墙布置，增加操作台面和储物空间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C4A484"/>
                </a:solidFill>
              </a:defRPr>
            </a:pPr>
            <a:r>
              <a:t>07  客厅 氛围图</a:t>
            </a:r>
          </a:p>
        </p:txBody>
      </p:sp>
      <p:pic>
        <p:nvPicPr>
          <p:cNvPr id="3" name="Picture 2" descr="客厅氛围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1076" y="1188720"/>
            <a:ext cx="86868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0" y="3200400"/>
            <a:ext cx="3657600" cy="38100"/>
          </a:xfrm>
          <a:prstGeom prst="rect">
            <a:avLst/>
          </a:prstGeom>
          <a:solidFill>
            <a:srgbClr val="C4A4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谢谢观看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4A484"/>
                </a:solidFill>
              </a:defRPr>
            </a:pPr>
            <a:r>
              <a:t>期待与您共同实现这个理想家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